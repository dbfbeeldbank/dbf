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305" cy="6858000"/>
          </a:xfrm>
          <a:prstGeom prst="rect">
            <a:avLst/>
          </a:prstGeom>
          <a:solidFill>
            <a:srgbClr val="27275B"/>
          </a:solidFill>
          <a:ln/>
        </p:spPr>
      </p:sp>
      <p:pic>
        <p:nvPicPr>
          <p:cNvPr id="3" name="Image 0" descr="titelf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146304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Strategie die richting geeft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3337560"/>
            <a:ext cx="914400" cy="32004"/>
          </a:xfrm>
          <a:prstGeom prst="rect">
            <a:avLst/>
          </a:prstGeom>
          <a:solidFill>
            <a:srgbClr val="DDB85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34930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Voorbeeldpresentatie voor de huisstijlgids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297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Opdrachtgever · aan het bestuur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 · 13 oktober 2026</a:t>
            </a:r>
            <a:endParaRPr lang="en-US" sz="1200" dirty="0"/>
          </a:p>
        </p:txBody>
      </p:sp>
      <p:pic>
        <p:nvPicPr>
          <p:cNvPr id="8" name="Image 1" descr="DBF-logo-wit-tag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897880"/>
            <a:ext cx="1537181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3972" y="-2287143"/>
            <a:ext cx="3852498" cy="11432286"/>
          </a:xfrm>
          <a:custGeom>
            <a:avLst/>
            <a:gdLst/>
            <a:ahLst/>
            <a:cxnLst/>
            <a:rect l="l" t="t" r="r" b="b"/>
            <a:pathLst>
              <a:path w="3852498" h="11432286">
                <a:moveTo>
                  <a:pt x="0" y="0"/>
                </a:moveTo>
                <a:lnTo>
                  <a:pt x="1757871" y="5716143"/>
                </a:lnTo>
                <a:lnTo>
                  <a:pt x="0" y="11432286"/>
                </a:lnTo>
                <a:lnTo>
                  <a:pt x="552281" y="11432286"/>
                </a:lnTo>
                <a:lnTo>
                  <a:pt x="3852498" y="5716143"/>
                </a:lnTo>
                <a:lnTo>
                  <a:pt x="552281" y="0"/>
                </a:lnTo>
                <a:close/>
              </a:path>
            </a:pathLst>
          </a:custGeom>
          <a:solidFill>
            <a:srgbClr val="30306A"/>
          </a:solidFill>
          <a:ln/>
        </p:spPr>
      </p:sp>
      <p:sp>
        <p:nvSpPr>
          <p:cNvPr id="3" name="Shape 1"/>
          <p:cNvSpPr/>
          <p:nvPr/>
        </p:nvSpPr>
        <p:spPr>
          <a:xfrm>
            <a:off x="10170134" y="-761238"/>
            <a:ext cx="2824087" cy="8380476"/>
          </a:xfrm>
          <a:custGeom>
            <a:avLst/>
            <a:gdLst/>
            <a:ahLst/>
            <a:cxnLst/>
            <a:rect l="l" t="t" r="r" b="b"/>
            <a:pathLst>
              <a:path w="2824087" h="8380476">
                <a:moveTo>
                  <a:pt x="0" y="0"/>
                </a:moveTo>
                <a:lnTo>
                  <a:pt x="1288613" y="4190238"/>
                </a:lnTo>
                <a:lnTo>
                  <a:pt x="0" y="8380476"/>
                </a:lnTo>
                <a:lnTo>
                  <a:pt x="404852" y="8380476"/>
                </a:lnTo>
                <a:lnTo>
                  <a:pt x="2824087" y="4190238"/>
                </a:lnTo>
                <a:lnTo>
                  <a:pt x="404852" y="0"/>
                </a:lnTo>
                <a:close/>
              </a:path>
            </a:pathLst>
          </a:custGeom>
          <a:solidFill>
            <a:srgbClr val="3434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5448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Strategie die richting geeft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41248" y="3794760"/>
            <a:ext cx="914400" cy="32004"/>
          </a:xfrm>
          <a:prstGeom prst="rect">
            <a:avLst/>
          </a:prstGeom>
          <a:solidFill>
            <a:srgbClr val="DDB8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39502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B85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Variant zonder foto · concept 13 oktober 2026</a:t>
            </a:r>
            <a:endParaRPr lang="en-US" sz="1600" dirty="0"/>
          </a:p>
        </p:txBody>
      </p:sp>
      <p:pic>
        <p:nvPicPr>
          <p:cNvPr id="7" name="Image 0" descr="DBF-logo-wit-tag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5897880"/>
            <a:ext cx="1537181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BF_fotostr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31520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65392"/>
            <a:ext cx="8549640" cy="292608"/>
          </a:xfrm>
          <a:prstGeom prst="rect">
            <a:avLst/>
          </a:prstGeom>
          <a:solidFill>
            <a:srgbClr val="27275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863840" y="65653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900" dirty="0"/>
          </a:p>
        </p:txBody>
      </p:sp>
      <p:pic>
        <p:nvPicPr>
          <p:cNvPr id="5" name="Image 1" descr="DBF-logo-zw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6071616"/>
            <a:ext cx="1188720" cy="35355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81328" y="63093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6464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Voorbeeldpresentatie huisstijl · 13 oktober 2026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481328" y="4114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7275B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Drie bouwstenen die het geheel dragen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1481328" y="1417320"/>
            <a:ext cx="6309360" cy="1298448"/>
          </a:xfrm>
          <a:prstGeom prst="rect">
            <a:avLst/>
          </a:prstGeom>
          <a:solidFill>
            <a:srgbClr val="E3E4ED"/>
          </a:solidFill>
          <a:ln/>
        </p:spPr>
      </p:sp>
      <p:pic>
        <p:nvPicPr>
          <p:cNvPr id="9" name="Image 2" descr="DBF_chevron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664208"/>
            <a:ext cx="199028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57400" y="1618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275B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Eén vorm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691640" y="2039112"/>
            <a:ext cx="5897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 chevron is nu breder en opener, en past daardoor als los teken, in het patroon en naast het beeldmerk.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481328" y="2898648"/>
            <a:ext cx="6309360" cy="1298448"/>
          </a:xfrm>
          <a:prstGeom prst="rect">
            <a:avLst/>
          </a:prstGeom>
          <a:solidFill>
            <a:srgbClr val="E3E4ED"/>
          </a:solidFill>
          <a:ln/>
        </p:spPr>
      </p:sp>
      <p:pic>
        <p:nvPicPr>
          <p:cNvPr id="13" name="Image 3" descr="DBF_chevron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145536"/>
            <a:ext cx="199028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057400" y="30998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275B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Eén raster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691640" y="3520440"/>
            <a:ext cx="5897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Twee chevrons op elke rand vormen samen een zeshoek; drie op een knooppunt vormen een ster.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1481328" y="4379976"/>
            <a:ext cx="6309360" cy="1298448"/>
          </a:xfrm>
          <a:prstGeom prst="rect">
            <a:avLst/>
          </a:prstGeom>
          <a:solidFill>
            <a:srgbClr val="E3E4ED"/>
          </a:solidFill>
          <a:ln/>
        </p:spPr>
      </p:sp>
      <p:pic>
        <p:nvPicPr>
          <p:cNvPr id="17" name="Image 4" descr="DBF_chevron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4626864"/>
            <a:ext cx="199028" cy="2834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057400" y="458114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275B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Eén slot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1691640" y="5001768"/>
            <a:ext cx="5897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 de laatste dia staat het beeldmerk in het midden van het patroon, op de plek van één chevronpaar.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8065008" y="1417320"/>
            <a:ext cx="3520440" cy="4261104"/>
          </a:xfrm>
          <a:prstGeom prst="rect">
            <a:avLst/>
          </a:prstGeom>
          <a:solidFill>
            <a:srgbClr val="ECE4D7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8293608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275B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Wat dit oplevert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8293608" y="21488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Patroon, chevron en logo komen uit één geometrie. Wat je op de eerste dia ziet, keert op de laatste terug.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81328" y="21031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DB85E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1481328" y="3154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Van patroon naar praktijk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BF_slotdia_beeldmerk_koningsblau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2026-10-13T13:58:47Z</dcterms:created>
  <dcterms:modified xsi:type="dcterms:W3CDTF">2026-10-13T13:58:47Z</dcterms:modified>
</cp:coreProperties>
</file>